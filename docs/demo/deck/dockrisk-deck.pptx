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762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0:00–0:40. 차갑게 시작. 사람을 보고 첫 두 문장을 말한 다음 화면으로 넘어간다. 부제는 읽지 않는다. 이 슬라이드의 두 문장은 외운다 — 유일하게 외우는 곳이다.</a:t>
            </a:r>
          </a:p>
          <a:p/>
          <a:p>
            <a:r>
              <a:t>읽을 것 — 아래 영어를 그대로</a:t>
            </a:r>
          </a:p>
          <a:p/>
          <a:p>
            <a:r>
              <a:t>▶ Hi. I'm Junsu.</a:t>
            </a:r>
          </a:p>
          <a:p/>
          <a:p>
            <a:r>
              <a:t>▶ A truck waiting at a dock loses its next load before it earns a detention charge.</a:t>
            </a:r>
          </a:p>
          <a:p/>
          <a:p>
            <a:r>
              <a:t>▶ DockRisk catches that moment. It tells the dispatcher which truck to move.</a:t>
            </a:r>
          </a:p>
          <a:p/>
          <a:p>
            <a:r>
              <a:t>▶ That's the whole idea. Let me show you where it comes from.</a:t>
            </a:r>
          </a:p>
          <a:p/>
          <a:p>
            <a:r>
              <a:t>여기서 늘어지면 뒤가 전부 밀린다. 40초.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0:40–1:30. 비대칭이 목적이다. 보이는 손실은 회계 문제, 안 보이는 손실은 운영 문제. 마지막 줄은 주최측 브리프의 보너스 질문을 그대로 인용 한 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A dock delay costs a city desk twice.</a:t>
            </a:r>
          </a:p>
          <a:p/>
          <a:p>
            <a:r>
              <a:t>▶ The first cost is detention. Somebody can see it, because there is a number on an invoice.</a:t>
            </a:r>
          </a:p>
          <a:p/>
          <a:p>
            <a:r>
              <a:t>▶ The second cost is the load the driver can no longer legally take. Nobody sees that one. It never becomes a line item.</a:t>
            </a:r>
          </a:p>
          <a:p/>
          <a:p>
            <a:r>
              <a:t>▶ Your own brief asks how a delay at one stop changes the rest of the day. That is your question, not ours. This is our answer.</a:t>
            </a:r>
          </a:p>
          <a:p/>
          <a:p>
            <a:r>
              <a:t>설득은 다음 숫자 슬라이드가 한다. 여기서 오래 끌지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1:30–2:30. Use of Provided Data가 15%, Industry Impact가 25%. 가장 크게 버는 구간이다. 속도를 늦춘다. $31k를 손으로 짚는다.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your file. Fifty-six days. Thirty-nine hundred orders. Every stop replayed through our rules.</a:t>
            </a:r>
          </a:p>
          <a:p/>
          <a:p>
            <a:r>
              <a:t>▶ Thirty-two to forty-three thousand dollars a month of detention exposure.</a:t>
            </a:r>
          </a:p>
          <a:p/>
          <a:p>
            <a:r>
              <a:t>▶ I want to be careful with that word. This is exposure. It is not money you can collect.</a:t>
            </a:r>
          </a:p>
          <a:p/>
          <a:p>
            <a:r>
              <a:t>▶ The export has no billing records and no rates. So we do not call it unbilled revenue, and we do not put a recovery number on a slide.</a:t>
            </a:r>
          </a:p>
          <a:p/>
          <a:p>
            <a:r>
              <a:t>운송사 임원은 unbilled 대신 exposure 라고 말하는지로 채점한다. 그 구분을 소리 내면 "데이터를 읽었다"는 신호가 된다.</a:t>
            </a:r>
          </a:p>
          <a:p>
            <a:r>
              <a:t>"79% 정확도면 충분한가?" — "A false positive costs a dispatcher one glance. A false negative costs the charge and the load."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2:30–3:10. 이 슬라이드의 목적은 왜 아직 아무도 이걸 안 풀었나 다. 평균만 보면 멀쩡해 보이기 때문이다. 오른쪽 차트는 슬라이드 그래픽이 아니라 실제 제품 화면 이다 — 한 번 말하면 기술 점수가 조용히 오른다.</a:t>
            </a:r>
          </a:p>
          <a:p/>
          <a:p>
            <a:r>
              <a:t>읽을 것 — 아래 영어를 그대로</a:t>
            </a:r>
          </a:p>
          <a:p/>
          <a:p>
            <a:r>
              <a:t>▶ Look at this chart. Most waits end inside an hour. The median stop is not a problem.</a:t>
            </a:r>
          </a:p>
          <a:p/>
          <a:p>
            <a:r>
              <a:t>▶ The money is in the thin tail, on the right of the free-time line.</a:t>
            </a:r>
          </a:p>
          <a:p/>
          <a:p>
            <a:r>
              <a:t>▶ And the tail is bursty. The worst month is forty-one thousand nine hundred. The quietest is fifteen thousand.</a:t>
            </a:r>
          </a:p>
          <a:p/>
          <a:p>
            <a:r>
              <a:t>▶ You cannot staff for a problem whose median is no problem. That is why it is still open.</a:t>
            </a:r>
          </a:p>
          <a:p/>
          <a:p>
            <a:r>
              <a:t>▶ That tail is also exactly what manual logging misses. Nobody writes down a two-hour wait while they are sitting in it.</a:t>
            </a:r>
          </a:p>
          <a:p/>
          <a:p>
            <a:r>
              <a:t>비율만 말하지 말고 두 숫자를 다 말한다 — $41.9k와 $15.0k.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3:10–4:00. 발표 전체가 이 슬라이드 위에 서 있다. 막대가 다 그려질 때까지 기다렸다 말한다. 황색이 마지막에 나타나는데 그 타이밍 자체가 논증이다. 손으로 왼쪽에서 오른쪽으로 훑는다.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bar is one driver's day, on a time axis.</a:t>
            </a:r>
          </a:p>
          <a:p/>
          <a:p>
            <a:r>
              <a:t>▶ Black is driving. Grey is on duty. The hatched part is the two free hours the contract gives the customer.</a:t>
            </a:r>
          </a:p>
          <a:p/>
          <a:p>
            <a:r>
              <a:t>▶ After the hatch, amber. Amber is money.</a:t>
            </a:r>
          </a:p>
          <a:p/>
          <a:p>
            <a:r>
              <a:t>▶ And this red tick is the moment he must stop driving by law.</a:t>
            </a:r>
          </a:p>
          <a:p/>
          <a:p>
            <a:r>
              <a:t>▶ Now look at the order. The red tick comes first. Thirty-seven minutes before anybody's detention timer even starts.</a:t>
            </a:r>
          </a:p>
          <a:p/>
          <a:p>
            <a:r>
              <a:t>▶ That is the problem. He loses the next load before the charge exists.</a:t>
            </a:r>
          </a:p>
          <a:p/>
          <a:p>
            <a:r>
              <a:t>▶ Nobody in city dispatch is watching that red tick. That is the whole talk.</a:t>
            </a:r>
          </a:p>
          <a:p/>
          <a:p>
            <a:r>
              <a:t>Innovation 20%를 여기서 번다. 절대 서두르지 마라. 하나만 기억시킨다면 빨간 눈금이 황색보다 왼쪽에 있다 는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4:00–4:40. 화면 전체를 설명하지 마라. 세 가지만 짚는다 — 지도, 순위 보드, 아래 도로 줄.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the dispatcher's desk.</a:t>
            </a:r>
          </a:p>
          <a:p/>
          <a:p>
            <a:r>
              <a:t>▶ Eight trucks, ranked by which one becomes a problem first.</a:t>
            </a:r>
          </a:p>
          <a:p/>
          <a:p>
            <a:r>
              <a:t>▶ Only the top row is open. If everything is open, nothing is urgent.</a:t>
            </a:r>
          </a:p>
          <a:p/>
          <a:p>
            <a:r>
              <a:t>▶ It is at the top because it is the most urgent, not because it arrived first.</a:t>
            </a:r>
          </a:p>
          <a:p/>
          <a:p>
            <a:r>
              <a:t>▶ And this line at the bottom is live road data. A closure on the four-oh-one adds road time to the same check.</a:t>
            </a:r>
          </a:p>
          <a:p/>
          <a:p>
            <a:r>
              <a:t>프로젝터에서 지도가 날아가 보이면 바로 다음으로 넘어가라. 중요한 건 숫자지 픽셀이 아니다.</a:t>
            </a:r>
          </a:p>
          <a:p>
            <a:r>
              <a:t>라이브 앱으로 넘어가는 지점은 6번 아니면 9번. 미리 정해라. 무대에서 정하지 마라.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4:40–5:20. 세 시계를 왼쪽에서 오른쪽으로 읽고 멈춘다. 빨간 블록이 알아서 일하게 둔다. 음수 여유가 펀치라인이다.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one truck. Driver eighty-four, at a London dock, waiting since nine twenty-five.</a:t>
            </a:r>
          </a:p>
          <a:p/>
          <a:p>
            <a:r>
              <a:t>▶ Three clocks. Driving hours. On-duty hours. And the detention clock.</a:t>
            </a:r>
          </a:p>
          <a:p/>
          <a:p>
            <a:r>
              <a:t>▶ Minus forty-nine minutes. Even if they release him this second, he cannot make the next pickup legally.</a:t>
            </a:r>
          </a:p>
          <a:p/>
          <a:p>
            <a:r>
              <a:t>▶ So the product does not say at risk. It says what to do. Reassign this load now — and the load number is right there.</a:t>
            </a:r>
          </a:p>
          <a:p/>
          <a:p>
            <a:r>
              <a:t>▶ Underneath, it says why it thinks so, and how sure it is. Nine stops of history for this city. We print the nine.</a:t>
            </a:r>
          </a:p>
          <a:p/>
          <a:p>
            <a:r>
              <a:t>n=9는 일부러 띄운 것 이고 가리킬 값어치가 있다.</a:t>
            </a:r>
          </a:p>
          <a:p>
            <a:r>
              <a:t>"9개면 충분한가?" — "No — and that is exactly why the number is on the screen."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5:20–6:00. Best Mobile App이 특별상 다섯 개 중 하나다. 여기 40초는 싸게 먹힌다. 맨 아래 회색 줄은 반드시 소리 내어 읽는다.</a:t>
            </a:r>
          </a:p>
          <a:p/>
          <a:p>
            <a:r>
              <a:t>읽을 것 — 아래 영어를 그대로</a:t>
            </a:r>
          </a:p>
          <a:p/>
          <a:p>
            <a:r>
              <a:t>▶ This is what the driver sees on his phone.</a:t>
            </a:r>
          </a:p>
          <a:p/>
          <a:p>
            <a:r>
              <a:t>▶ Hours at the top. His duty log underneath.</a:t>
            </a:r>
          </a:p>
          <a:p/>
          <a:p>
            <a:r>
              <a:t>▶ He taps once to confirm he arrived.</a:t>
            </a:r>
          </a:p>
          <a:p/>
          <a:p>
            <a:r>
              <a:t>▶ That tap is evidence. It sets when the billing clock starts, and it records who said so.</a:t>
            </a:r>
          </a:p>
          <a:p/>
          <a:p>
            <a:r>
              <a:t>▶ It is the difference between a claim and an argument.</a:t>
            </a:r>
          </a:p>
          <a:p/>
          <a:p>
            <a:r>
              <a:t>▶ And to be clear: this is a companion app. It is not a certified ELD. We do not claim that.</a:t>
            </a:r>
          </a:p>
          <a:p/>
          <a:p>
            <a:r>
              <a:t>과장하지 마라. 운송사 사람 앞에서 ELD 인증을 주장하면 30초 만에 신뢰를 잃는다.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6:00–11:00. 발표 전체에서 가장 위험한 구간이다. "실패한 데모"가 Presentation 항목의 1/5점 앵커로 브리프에 명시돼 있다.</a:t>
            </a:r>
          </a:p>
          <a:p>
            <a:r>
              <a:t>오늘의 규칙: 라이브 앱이 15초 안에 원하는 걸 안 보여주면 영상을 틀고 설명을 이어간다. 무대에서 디버깅하지 마라. 절대로.</a:t>
            </a:r>
          </a:p>
          <a:p>
            <a:r>
              <a:t>준비: 문 닫히기 전에 타일 캐시와 시뮬레이터를 데워둔다. 시나리오를 11:00 근처에 맞춰둔다.</a:t>
            </a:r>
          </a:p>
          <a:p>
            <a:r>
              <a:t>순서: ① 구조 요청 → ② 도크 줄 → ③ 제안·수락 → ④ 청구 → ⑤ 패킷.</a:t>
            </a:r>
          </a:p>
          <a:p/>
          <a:p>
            <a:r>
              <a:t>읽을 것 — 아래 영어를 그대로</a:t>
            </a:r>
          </a:p>
          <a:p/>
          <a:p>
            <a:r>
              <a:t>▶ Let me do this live.</a:t>
            </a:r>
          </a:p>
          <a:p/>
          <a:p>
            <a:r>
              <a:t>▶ The next load is in trouble, so we look for a relief driver.</a:t>
            </a:r>
          </a:p>
          <a:p/>
          <a:p>
            <a:r>
              <a:t>▶ Candidates come back with reasons, not scores. Distance. Arrival time. Trailer type. Whether his hours cover the whole trip.</a:t>
            </a:r>
          </a:p>
          <a:p/>
          <a:p>
            <a:r>
              <a:t>▶ Drivers who cannot make it are blocked, and it says why.</a:t>
            </a:r>
          </a:p>
          <a:p/>
          <a:p>
            <a:r>
              <a:t>▶ Now read this line under each driver. This is the part I am most proud of.</a:t>
            </a:r>
          </a:p>
          <a:p/>
          <a:p>
            <a:r>
              <a:t>▶ The plan gives every dock forty-five minutes. That is the industry default, and it is in every planning tool.</a:t>
            </a:r>
          </a:p>
          <a:p/>
          <a:p>
            <a:r>
              <a:t>▶ But this lane's real docks take longer. We know that, because it is in your file.</a:t>
            </a:r>
          </a:p>
          <a:p/>
          <a:p>
            <a:r>
              <a:t>▶ Costed that way, this driver is eleven minutes past a legal stop. Four of seven candidates flip.</a:t>
            </a:r>
          </a:p>
          <a:p/>
          <a:p>
            <a:r>
              <a:t>▶ The decision still uses the fixed rule. The history sits beside it, with its sample size, so a dispatcher can disagree with us.</a:t>
            </a:r>
          </a:p>
          <a:p/>
          <a:p>
            <a:r>
              <a:t>▶ One offer goes out. The driver accepts on his phone. The load is saved.</a:t>
            </a:r>
          </a:p>
          <a:p/>
          <a:p>
            <a:r>
              <a:t>▶ And back at the original stop, he is released, and the charge writes itself.</a:t>
            </a:r>
          </a:p>
          <a:p/>
          <a:p>
            <a:r>
              <a:t>▶ Fifteen billable minutes. Eighteen dollars and seventy-five cents.</a:t>
            </a:r>
          </a:p>
          <a:p/>
          <a:p>
            <a:r>
              <a:t>▶ That is a small number. That is the point. Nobody chases eighteen dollars by hand. That is why it is never billed.</a:t>
            </a:r>
          </a:p>
          <a:p/>
          <a:p>
            <a:r>
              <a:t>가장 긴 구간이고 앞의 모든 것이 이걸 위한 준비였다. 5분.</a:t>
            </a:r>
          </a:p>
          <a:p>
            <a:r>
              <a:t>죽으면: "Let me show you the recording and talk over it." — 그리고 계속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11:00–11:40. 화면의 금액이 $0.00인 것은 의도적이다. 그냥 넘기지 마라 — 덱에서 가장 강한 슬라이드다.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sits behind that amount.</a:t>
            </a:r>
          </a:p>
          <a:p/>
          <a:p>
            <a:r>
              <a:t>▶ The calculation. The timeline. And who reported each event — the system, or the driver.</a:t>
            </a:r>
          </a:p>
          <a:p/>
          <a:p>
            <a:r>
              <a:t>▶ This one is zero dollars. The stop did not earn a charge, and the packet says why.</a:t>
            </a:r>
          </a:p>
          <a:p/>
          <a:p>
            <a:r>
              <a:t>▶ A tool that only shows you the wins is a tool nobody trusts on Monday.</a:t>
            </a:r>
          </a:p>
          <a:p/>
          <a:p>
            <a:r>
              <a:t>▶ And this red block is the same idea. This facility was placed from a city centroid, so the system refuses to bill it and tells you that.</a:t>
            </a:r>
          </a:p>
          <a:p/>
          <a:p>
            <a:r>
              <a:t>▶ We compute the amount automatically. We never bill automatically. A person presses the button.</a:t>
            </a:r>
          </a:p>
          <a:p/>
          <a:p>
            <a:r>
              <a:t>심사위원 중에 운송사 운영자가 있으면 이 슬라이드를 물어본다. 물어보게 둬라.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11:40–12:10. Best Use of AI는 특별상인데, 정직한 프레이밍이 더 큰 모델보다 자주 이긴다. 심사위원은 오늘 LLM이 자신만만하게 금액을 지어내는 데모를 여섯 번쯤 봤다.</a:t>
            </a:r>
          </a:p>
          <a:p/>
          <a:p>
            <a:r>
              <a:t>읽을 것 — 아래 영어를 그대로</a:t>
            </a:r>
          </a:p>
          <a:p/>
          <a:p>
            <a:r>
              <a:t>▶ There are exactly two places we use a model, and both are labelled in the product.</a:t>
            </a:r>
          </a:p>
          <a:p/>
          <a:p>
            <a:r>
              <a:t>▶ One reads a rate confirmation and pulls out the terms. It shows the sentence it used, so you check the contract, not the model.</a:t>
            </a:r>
          </a:p>
          <a:p/>
          <a:p>
            <a:r>
              <a:t>▶ The other drafts the customer notice, and then checks its own draft against the packet before anyone can send it.</a:t>
            </a:r>
          </a:p>
          <a:p/>
          <a:p>
            <a:r>
              <a:t>▶ The rule is one line. The model reads and writes. It never counts.</a:t>
            </a:r>
          </a:p>
          <a:p/>
          <a:p>
            <a:r>
              <a:t>▶ Rules do the law and the money. Both paths keep working with the model switched off.</a:t>
            </a:r>
          </a:p>
          <a:p/>
          <a:p>
            <a:r>
              <a:t>전송 전 확인 목록을 가리켜라. 시스템이 자기 초안을 스스로 반박하고 있다 — 10초 값어치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12:10–12:35. 조용한 슬라이드인데 "우리 계약은 다 다르다"는 반론을 누가 말하기 전에 답한다.</a:t>
            </a:r>
          </a:p>
          <a:p>
            <a:r>
              <a:t>시간이 밀리면 제일 먼저 잘라낼 슬라이드가 이것이다.</a:t>
            </a:r>
          </a:p>
          <a:p/>
          <a:p>
            <a:r>
              <a:t>읽을 것 — 아래 영어를 그대로</a:t>
            </a:r>
          </a:p>
          <a:p/>
          <a:p>
            <a:r>
              <a:t>▶ Detention terms are different for every customer. So we made them data, not code.</a:t>
            </a:r>
          </a:p>
          <a:p/>
          <a:p>
            <a:r>
              <a:t>▶ Free time, rate, increment, when the clock starts.</a:t>
            </a:r>
          </a:p>
          <a:p/>
          <a:p>
            <a:r>
              <a:t>▶ Two hundred and twenty-five of the stops in your export fall under one set of terms. Thirty-two fall under another.</a:t>
            </a:r>
          </a:p>
          <a:p/>
          <a:p>
            <a:r>
              <a:t>▶ Change the terms, and every charge behind them recomputes. Nobody edits a rule file.</a:t>
            </a:r>
          </a:p>
          <a:p/>
          <a:p>
            <a:r>
              <a:t>225 대 32 분할은 추출본에서 나온 실제 숫자 다. 논증보다 이게 더 잘 증명한다.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12:35–13:10. 직관에 반하지만 이 슬라이드가 점수를 번다. 심사위원은 하루 종일 "다 됩니다"를 들었다. 안 되는 것 세 가지를 이름 붙여 말하는 게 가장 빠른 신뢰다.</a:t>
            </a:r>
          </a:p>
          <a:p/>
          <a:p>
            <a:r>
              <a:t>읽을 것 — 아래 영어를 그대로</a:t>
            </a:r>
          </a:p>
          <a:p/>
          <a:p>
            <a:r>
              <a:t>▶ Here is what we did not build, on purpose.</a:t>
            </a:r>
          </a:p>
          <a:p/>
          <a:p>
            <a:r>
              <a:t>▶ Axle weight. Your truck sheet has one weight column. There is nothing to compute a load plan from, so we did not pretend.</a:t>
            </a:r>
          </a:p>
          <a:p/>
          <a:p>
            <a:r>
              <a:t>▶ We do not report revenue. The export has no rates.</a:t>
            </a:r>
          </a:p>
          <a:p/>
          <a:p>
            <a:r>
              <a:t>▶ And stops over six hours never bill themselves. Thirty-eight of those stops — one and a half percent — carry half of all the detention hours in the file.</a:t>
            </a:r>
          </a:p>
          <a:p/>
          <a:p>
            <a:r>
              <a:t>▶ We also found a bug in our own reading of your data. We were wrong about it, we fixed it, and we wrote down that we were wrong. It is in the repo.</a:t>
            </a:r>
          </a:p>
          <a:p/>
          <a:p>
            <a:r>
              <a:t>하나만 말한다면 철회 이야기 를 해라. 그게 브리프가 채점 항목으로 적어둔 Problem Discovery다.</a:t>
            </a:r>
          </a:p>
          <a:p>
            <a:r>
              <a:t>사과하는 투로 말하지 마라. 공학적 규율로 전달해라 — 실제로 그렇기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13:10–13:40. Use of Provided Data &amp; APIs가 15%인데 이 슬라이드가 그 전부다. 시간 아끼려고 건너뛰지 마라 — 대신 12번을 잘라라.</a:t>
            </a:r>
          </a:p>
          <a:p/>
          <a:p>
            <a:r>
              <a:t>읽을 것 — 아래 영어를 그대로</a:t>
            </a:r>
          </a:p>
          <a:p/>
          <a:p>
            <a:r>
              <a:t>▶ Everything the brief asked for is in here, and it is all running on your data.</a:t>
            </a:r>
          </a:p>
          <a:p/>
          <a:p>
            <a:r>
              <a:t>▶ The four exports. The road API. The map, with the satellite toggle.</a:t>
            </a:r>
          </a:p>
          <a:p/>
          <a:p>
            <a:r>
              <a:t>▶ And the bonus question — how one delay changes the rest of the day — was not an appendix for us. It is the reason the product exists.</a:t>
            </a:r>
          </a:p>
          <a:p/>
          <a:p>
            <a:r>
              <a:t>"satellite toggle"을 명시적으로 말해라. 브리프가 두 번 적어놨다 — 누군가의 체크리스트에 있다는 뜻이다.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13:40–14:00. 빠르게 지나간다. 기술 스택 나열은 그 자체로는 아무것도 못 번다. 오른쪽 두 상자가 번다.</a:t>
            </a:r>
          </a:p>
          <a:p/>
          <a:p>
            <a:r>
              <a:t>읽을 것 — 아래 영어를 그대로</a:t>
            </a:r>
          </a:p>
          <a:p/>
          <a:p>
            <a:r>
              <a:t>▶ Three services and one clock.</a:t>
            </a:r>
          </a:p>
          <a:p/>
          <a:p>
            <a:r>
              <a:t>▶ It survives an API restart.</a:t>
            </a:r>
          </a:p>
          <a:p/>
          <a:p>
            <a:r>
              <a:t>▶ It is deterministic from a seed — same seed, same replay, every time.</a:t>
            </a:r>
          </a:p>
          <a:p/>
          <a:p>
            <a:r>
              <a:t>▶ And except for the live road call and street map tiles, all of this runs on a laptop with no network.</a:t>
            </a:r>
          </a:p>
          <a:p/>
          <a:p>
            <a:r>
              <a:t>"왜 시뮬레이터를 따로 뒀나?" — "The brief requires it, and it is the only honest way to demo a historical export where every leg is already finished."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14:00–14:20. 문장으로 끝낸다. "질문 있나요?"로 끝내지 마라. 말하고, 빨간 눈금을 짚고, 입을 다문다.</a:t>
            </a:r>
          </a:p>
          <a:p>
            <a:r>
              <a:t>이 슬라이드를 Q&amp;A 내내 띄워둔다 — 심사위원이 적는 동안 URL이 화면에 남아 있게.</a:t>
            </a:r>
          </a:p>
          <a:p/>
          <a:p>
            <a:r>
              <a:t>읽을 것 — 아래 영어를 그대로</a:t>
            </a:r>
          </a:p>
          <a:p/>
          <a:p>
            <a:r>
              <a:t>▶ So that is DockRisk.</a:t>
            </a:r>
          </a:p>
          <a:p/>
          <a:p>
            <a:r>
              <a:t>▶ One dock delay becomes three things. A charge with its evidence. A forward check on the next load. And a driver who can still take it.</a:t>
            </a:r>
          </a:p>
          <a:p/>
          <a:p>
            <a:r>
              <a:t>▶ Watch the clock that runs out first.</a:t>
            </a:r>
          </a:p>
          <a:p/>
          <a:p>
            <a:r>
              <a:t>▶ Thank you.</a:t>
            </a:r>
          </a:p>
          <a:p/>
          <a:p>
            <a:r>
              <a:t>예상 질문:</a:t>
            </a:r>
          </a:p>
          <a:p>
            <a:r>
              <a:t>"Why not just use the TMS?" — "It computes after the fact, from timestamps nobody enters."</a:t>
            </a:r>
          </a:p>
          <a:p>
            <a:r>
              <a:t>"Does the dwell prediction generalise?" — "We do not know, past nine stops a city. That is why n is on the screen."</a:t>
            </a:r>
          </a:p>
          <a:p>
            <a:r>
              <a:t>"Is that money you can actually collect?" — "No. It is exposure. Contract eligibility and real rates are not in this file."</a:t>
            </a:r>
          </a:p>
          <a:p>
            <a:r>
              <a:t>"What would you build next?" — "Backhaul. Thirty-five percent of legs run empty, but only twelve percent of the distance."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  <p:pic>
        <p:nvPicPr>
          <p:cNvPr id="3" name="backup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45380" y="2187178"/>
            <a:ext cx="7558980" cy="47243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762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