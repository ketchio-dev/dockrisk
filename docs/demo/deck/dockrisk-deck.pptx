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차가운 상태로 시작. 슬라이드 아래 막대를 손으로 짚으면서 연다. 40초 안에 끝낸다. 부제는 소리 내어 읽지 말 것.</a:t>
            </a:r>
          </a:p>
          <a:p>
            <a:r>
              <a:t> 말할 것: "This is one truck's Sunday. The hatched part is the two hours of free time the contract gives the customer. The amber is money. And this red tick — the one that matters — is the moment the driver's next load became impossible. It happens before the amber starts."</a:t>
            </a:r>
          </a:p>
          <a:p>
            <a:r>
              <a:t> 그 다음: "Nobody in city dispatch is watching that red tick. That's the whole talk."</a:t>
            </a:r>
          </a:p>
          <a:p>
            <a:r>
              <a:t> 속도: 40초. 여기서 늘어지면 뒤가 밀린다.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비대칭을 꽂는 게 목적이다. 보이는 손실은 회계 문제, 안 보이는 손실은 운영 문제다. 아직 안 풀린 건 두 번째뿐.</a:t>
            </a:r>
          </a:p>
          <a:p>
            <a:r>
              <a:t> 마지막 줄은 주최측 브리프의 보너스 질문을 그대로 인용한 것 이다. 그걸 소리 내어 말하면 신뢰가 생긴다.</a:t>
            </a:r>
          </a:p>
          <a:p>
            <a:r>
              <a:t> 말할 것: "This is your question, not ours."</a:t>
            </a:r>
          </a:p>
          <a:p>
            <a:r>
              <a:t> 속도: 60초. 오래 끌지 말 것 — 설득은 다음 숫자 슬라이드가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Impact 슬라이드다. 25%로 배점이 가장 크다. 여기서 속도를 늦춘다. $31k를 손으로 가리킨다.</a:t>
            </a:r>
          </a:p>
          <a:p>
            <a:r>
              <a:t> 말할 것: "That is one month, one mid-size carrier, from your file."</a:t>
            </a:r>
          </a:p>
          <a:p>
            <a:r>
              <a:t> 마지막 문단이 핵심이다. 현장 운송사 임원은 unbilled 대신 exposure 라고 말하는지로 채점한다. 그 구분을 소리 내어 말하면 "데이터를 읽었다"는 신호가 된다.</a:t>
            </a:r>
          </a:p>
          <a:p>
            <a:r>
              <a:t> "79% 정확도면 좋은 건가?" 질문이 오면: "A false positive costs a dispatcher one glance. A false negative costs the charge and the load."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슬라이드의 목적은 왜 아무도 이걸 이미 풀지 않았나 다. 평균만 보면 멀쩡해 보이기 때문이다.</a:t>
            </a:r>
          </a:p>
          <a:p>
            <a:r>
              <a:t> 말할 것: "You cannot staff for a problem whose median is 'no problem.'"</a:t>
            </a:r>
          </a:p>
          <a:p>
            <a:r>
              <a:t> "거의 세 배"라고 비율만 말하지 말고 두 숫자를 다 말한다 — $41.9k와 $15.0k.</a:t>
            </a:r>
          </a:p>
          <a:p>
            <a:r>
              <a:t> 오른쪽 차트는 슬라이드 그래픽이 아니라 실제 제품 화면 이다. 한 번 언급하면 기술 점수가 조용히 올라간다.</a:t>
            </a:r>
          </a:p>
          <a:p>
            <a:r>
              <a:t> 속도: 50초.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전체가 이 슬라이드 위에 서 있다. 하나만 기억시킨다면 빨간 눈금이 황색보다 왼쪽에 있다 는 것.</a:t>
            </a:r>
          </a:p>
          <a:p>
            <a:r>
              <a:t> 막대가 다 그려질 때까지 기다렸다 말한다. 황색이 마지막에 나타나는데, 그 타이밍 자체가 논증이다.</a:t>
            </a:r>
          </a:p>
          <a:p>
            <a:r>
              <a:t> 손으로 훑으면서 말할 것: "On duty… driving… he arrives… free time… and here" — (빨간 눈금을 짚으며) — "the next load is already gone. Thirty-seven minutes before anybody's detention timer even starts."</a:t>
            </a:r>
          </a:p>
          <a:p>
            <a:r>
              <a:t> Innovation이 20%다. 여기서 벌어들인다. 서두르지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 전체를 설명하지 마라. 세 가지만 짚고 넘어간다 — 지도, 순위 보드, 아래 도로 줄.</a:t>
            </a:r>
          </a:p>
          <a:p>
            <a:r>
              <a:t> 말할 것: "Eight trucks. Only one is a problem. It is at the top because it is the most urgent, not because it arrived first."</a:t>
            </a:r>
          </a:p>
          <a:p>
            <a:r>
              <a:t> 프로젝터에서 지도가 날아가 보이면 바로 다음 슬라이드로 넘어가라. 여기서 중요한 건 숫자지 픽셀이 아니다.</a:t>
            </a:r>
          </a:p>
          <a:p>
            <a:r>
              <a:t> 결정: 라이브 앱으로 넘어가는 지점은 6번이나 9번이다. 미리 정해라. 무대에서 정하지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시계를 왼쪽에서 오른쪽으로 읽고 멈춘다. 빨간 블록이 알아서 일하게 둔다.</a:t>
            </a:r>
          </a:p>
          <a:p>
            <a:r>
              <a:t> 음수 여유가 펀치라인이다.</a:t>
            </a:r>
          </a:p>
          <a:p>
            <a:r>
              <a:t> 말할 것: "Minus forty-nine minutes. Even if they release him this second, he cannot make the pickup legally."</a:t>
            </a:r>
          </a:p>
          <a:p>
            <a:r>
              <a:t> n=9는 일부러 띄운 것 이고 가리킬 값어치가 있다. 표본이 얇으면 얇다고 보여준다.</a:t>
            </a:r>
          </a:p>
          <a:p>
            <a:r>
              <a:t> "9개면 충분한가?" 질문이 오면: "No — and that is exactly why the number is on the screen."</a:t>
            </a:r>
          </a:p>
          <a:p>
            <a:r>
              <a:t> Technical Execution이 20%다. 이 슬라이드와 증거 패킷 슬라이드가 그걸 짊어진다.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기사 앱이 있는 이유는 체크인 탭이 증거이기 때문 이지 UI 장식이 아니다.</a:t>
            </a:r>
          </a:p>
          <a:p>
            <a:r>
              <a:t> 말할 것: "This tap is what makes the charge defensible — it is the difference between a claim and an argument."</a:t>
            </a:r>
          </a:p>
          <a:p>
            <a:r>
              <a:t> Best Mobile App이 특별상 다섯 개 중 하나다. 여기 30초는 싸게 먹힌다.</a:t>
            </a:r>
          </a:p>
          <a:p>
            <a:r>
              <a:t> 과장하지 마라. 맨 아래 회색 줄을 소리 내어 읽어라. 운송사 사람 앞에서 ELD 인증을 주장하면 30초 만에 신뢰를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전체에서 가장 큰 위험 구간이다. "실패한 데모"가 Presentation 항목의 1/5점 앵커로 명시돼 있다.</a:t>
            </a:r>
          </a:p>
          <a:p>
            <a:r>
              <a:t> 오늘의 규칙: 라이브 앱이 15초 안에 원하는 걸 안 보여주면, 영상을 틀고 설명을 이어간다. </a:t>
            </a:r>
          </a:p>
          <a:p>
            <a:r>
              <a:t> 무대에서 디버깅하지 마라. 절대로.</a:t>
            </a:r>
          </a:p>
          <a:p>
            <a:r>
              <a:t> 준비: 문 닫히기 전에 타일 캐시와 시뮬레이터를 데워둔다. 시나리오를 미리 11:00 근처에 맞춰둔다.</a:t>
            </a:r>
          </a:p>
          <a:p>
            <a:r>
              <a:t> 시간: 6~7분. 가장 긴 구간이고, 앞의 모든 것이 이걸 위한 준비였다.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화면의 금액이 $0.00인 것은 의도적이다. 그냥 넘기지 마라 — 덱에서 가장 강한 슬라이드다.</a:t>
            </a:r>
          </a:p>
          <a:p>
            <a:r>
              <a:t> 말할 것: "This stop did not earn a charge, and the packet says why. A tool that only shows you the wins is a tool nobody trusts on Monday."</a:t>
            </a:r>
          </a:p>
          <a:p>
            <a:r>
              <a:t> 빨간 검토 블록도 같은 생각이다. 도시 중심점으로 추정한 시설에 대해서는 시스템이 청구를 거부하고 이유를 말한다. </a:t>
            </a:r>
          </a:p>
          <a:p>
            <a:r>
              <a:t> 심사위원 중에 운송사 운영자가 있으면 이 슬라이드를 물어본다. 물어보게 둬라.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Use of AI는 특별상인데, 정직한 프레이밍이 더 큰 모델보다 자주 이긴다. </a:t>
            </a:r>
          </a:p>
          <a:p>
            <a:r>
              <a:t> 규칙을 평범하게 말할 것: "The model reads and writes. It never counts."</a:t>
            </a:r>
          </a:p>
          <a:p>
            <a:r>
              <a:t> 심사위원은 오늘 하루 LLM이 자신만만하게 금액을 지어내는 데모를 여섯 번쯤 봤다.</a:t>
            </a:r>
          </a:p>
          <a:p>
            <a:r>
              <a:t> 전송 전 확인 목록을 가리켜라. 시스템이 자기 초안을 스스로 반박하고 있다 — 그 디테일이 10초 값어치를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조용한 슬라이드인데, "우리 계약은 다 다르다" 는 뻔한 반론을 누가 말하기 전에 답한다.</a:t>
            </a:r>
          </a:p>
          <a:p>
            <a:r>
              <a:t> 225 대 32 분할은 추출본에서 나온 실제 숫자 다. 논증보다 이게 더 잘 증명한다.</a:t>
            </a:r>
          </a:p>
          <a:p>
            <a:r>
              <a:t> 속도: 40초. 시간이 밀리면 제일 먼저 잘라낼 슬라이드가 이것이다.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직관에 반하지만 이 슬라이드가 점수를 번다. 심사위원은 하루 종일 "다 됩니다"를 들었다.</a:t>
            </a:r>
          </a:p>
          <a:p>
            <a:r>
              <a:t> 안 되는 것 세 가지를 이름 붙여 말하는 게 가장 빠른 신뢰 다.</a:t>
            </a:r>
          </a:p>
          <a:p>
            <a:r>
              <a:t> 하나만 말한다면 철회 이야기를 해라.</a:t>
            </a:r>
          </a:p>
          <a:p>
            <a:r>
              <a:t> 말할 것: "We found a bug in their data, we were wrong, and we wrote down that we were wrong."</a:t>
            </a:r>
          </a:p>
          <a:p>
            <a:r>
              <a:t> 그게 브리프가 채점 항목으로 적어둔 Problem Discovery다.</a:t>
            </a:r>
          </a:p>
          <a:p>
            <a:r>
              <a:t> 사과하는 투로 말하지 마라. 공학적 규율로 전달해라. 실제로 그렇기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of Provided Data &amp; APIs가 15%인데 이 슬라이드가 그 전부 다.</a:t>
            </a:r>
          </a:p>
          <a:p>
            <a:r>
              <a:t> 시간 아끼려고 건너뛰지 마라 — 대신 12번을 잘라라. </a:t>
            </a:r>
          </a:p>
          <a:p>
            <a:r>
              <a:t> "satellite toggle"을 명시적으로 말해라. 브리프가 두 번 적어놨다. 누군가의 체크리스트에 있다는 뜻이다.</a:t>
            </a:r>
          </a:p>
          <a:p>
            <a:r>
              <a:t> 마지막 줄이 논증이다 — 보너스 질문은 우리에게 부록이 아니라 제품이 존재하는 이유 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빠르게 지나간다 — 30초. 기술 스택 나열은 그 자체로는 아무것도 못 번다. 오른쪽 두 상자가 번다.</a:t>
            </a:r>
          </a:p>
          <a:p>
            <a:r>
              <a:t> 이 두 문장은 꼭 말할 것: "It survives an API restart." / "It is deterministic from a seed."</a:t>
            </a:r>
          </a:p>
          <a:p>
            <a:r>
              <a:t> "왜 시뮬레이터를 따로 뒀나?" 질문이 오면: "The brief requires it — and it is the only honest way to demo a historical export where every leg is already finished."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문장으로 끝낸다. "질문 있나요?"로 끝내지 마라. 말하고, 빨간 눈금을 짚고, 입을 다문다.</a:t>
            </a:r>
          </a:p>
          <a:p>
            <a:r>
              <a:t> 이 슬라이드를 Q&amp;A 내내 띄워둔다 — 심사위원이 적는 동안 URL이 화면에 남아 있게.</a:t>
            </a:r>
          </a:p>
          <a:p>
            <a:r>
              <a:t> 예상 질문과 답: </a:t>
            </a:r>
          </a:p>
          <a:p>
            <a:r>
              <a:t> "Why not just use the TMS?" — "It computes after the fact, from timestamps nobody enters."</a:t>
            </a:r>
          </a:p>
          <a:p>
            <a:r>
              <a:t> "How do you know the dwell prediction generalises?" — "We do not, past n=9 per city. That is why n is on the screen."</a:t>
            </a:r>
          </a:p>
          <a:p>
            <a:r>
              <a:t> "What would you build next?" — "Verified dock geometry, then the appointment renegotiation the desk currently does by phone."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