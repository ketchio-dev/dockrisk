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762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cold, on the bar. "This is one truck's Sunday. The hatched part is the two hours of free time the contract gives the customer. The amber is money. And this red tick — the one that matters — is the moment the driver's next load became impossible. It happens before the amber starts."</a:t>
            </a:r>
          </a:p>
          <a:p>
            <a:r>
              <a:t> Then: "Nobody in city dispatch is watching that red tick. That's the whole talk."</a:t>
            </a:r>
          </a:p>
          <a:p>
            <a:r>
              <a:t> Keep it to 40 seconds. Do not read the subtitle aloud.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Land the asymmetry: the visible loss is an accounting problem, the invisible one is an operations problem. Only the second one is still open. </a:t>
            </a:r>
          </a:p>
          <a:p>
            <a:r>
              <a:t> </a:t>
            </a:r>
          </a:p>
          <a:p>
            <a:r>
              <a:t>• The last line is the organizers' own bonus-focus question, quoted from the brief. Say that out loud — "this is your question, not ours." It buys credibility for the next four minutes. </a:t>
            </a:r>
          </a:p>
          <a:p>
            <a:r>
              <a:t> </a:t>
            </a:r>
          </a:p>
          <a:p>
            <a:r>
              <a:t>• ~60 seconds. Do not linger; the numbers slide does the convincing.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This is the Industry Impact slide — 25% of the score, the heaviest single criterion. Slow down here. </a:t>
            </a:r>
          </a:p>
          <a:p>
            <a:r>
              <a:t> </a:t>
            </a:r>
          </a:p>
          <a:p>
            <a:r>
              <a:t>• Point at $31k and say: "that is one month, one mid-size carrier, from your file." </a:t>
            </a:r>
          </a:p>
          <a:p>
            <a:r>
              <a:t> </a:t>
            </a:r>
          </a:p>
          <a:p>
            <a:r>
              <a:t>• The last paragraph is deliberate. A fleet GM in the room will grade you on saying exposure instead of unbilled . Say the distinction out loud — it signals you read the data instead of the pitch deck. </a:t>
            </a:r>
          </a:p>
          <a:p>
            <a:r>
              <a:t> </a:t>
            </a:r>
          </a:p>
          <a:p>
            <a:r>
              <a:t>• If asked "is 79% precision good?" — answer: a false positive costs a dispatcher one glance; a false negative costs the charge and the load.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point of this slide is why nobody has solved it already : the average stop looks fine. You cannot staff for a problem whose median is "no problem." </a:t>
            </a:r>
          </a:p>
          <a:p>
            <a:r>
              <a:t> </a:t>
            </a:r>
          </a:p>
          <a:p>
            <a:r>
              <a:t>• "Nearly three times" — say the two numbers, $41.9k and $15.0k, don't just say the ratio. </a:t>
            </a:r>
          </a:p>
          <a:p>
            <a:r>
              <a:t> </a:t>
            </a:r>
          </a:p>
          <a:p>
            <a:r>
              <a:t>• The chart on the right is a real product screen, not a slide graphic. Mention that once; it earns Technical Execution points quietly. </a:t>
            </a:r>
          </a:p>
          <a:p>
            <a:r>
              <a:t> </a:t>
            </a:r>
          </a:p>
          <a:p>
            <a:r>
              <a:t>• ~50 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This is the slide the whole talk is built on. If they remember one thing, it is that the red tick sits to the left of the amber. </a:t>
            </a:r>
          </a:p>
          <a:p>
            <a:r>
              <a:t> </a:t>
            </a:r>
          </a:p>
          <a:p>
            <a:r>
              <a:t>• Let the bar finish drawing before you speak. The amber block is the last thing to appear — that timing is the argument. </a:t>
            </a:r>
          </a:p>
          <a:p>
            <a:r>
              <a:t> </a:t>
            </a:r>
          </a:p>
          <a:p>
            <a:r>
              <a:t>• Trace it with your hand: "on duty… driving… he arrives… free time… and here" — tap the red tick — "the next load is already gone. Thirty-seven minutes before anybody's detention timer even starts." </a:t>
            </a:r>
          </a:p>
          <a:p>
            <a:r>
              <a:t> </a:t>
            </a:r>
          </a:p>
          <a:p>
            <a:r>
              <a:t>• Innovation is 20%. This is where you earn it. Do not rush.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 not narrate the whole screen. Name three things and move: the map, the ranked board, the road strip underneath. </a:t>
            </a:r>
          </a:p>
          <a:p>
            <a:r>
              <a:t> </a:t>
            </a:r>
          </a:p>
          <a:p>
            <a:r>
              <a:t>• "Eight trucks. Only one is a problem. It is at the top because it is the most urgent, not because it arrived first." </a:t>
            </a:r>
          </a:p>
          <a:p>
            <a:r>
              <a:t> </a:t>
            </a:r>
          </a:p>
          <a:p>
            <a:r>
              <a:t>• If the projector is washing out the map, skip straight to the next slide — the numbers there are the point, not the pixels. </a:t>
            </a:r>
          </a:p>
          <a:p>
            <a:r>
              <a:t> </a:t>
            </a:r>
          </a:p>
          <a:p>
            <a:r>
              <a:t>• This is the natural place to switch to the live app. Decide beforehand: slide 6 or slide 9. Do not decide on stage.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Read the three clocks left to right, then stop. Let the red block do its own work. </a:t>
            </a:r>
          </a:p>
          <a:p>
            <a:r>
              <a:t> </a:t>
            </a:r>
          </a:p>
          <a:p>
            <a:r>
              <a:t>• The negative margins are the punchline: "minus forty-nine minutes. Even if they release him this second, he cannot make the pickup legally." </a:t>
            </a:r>
          </a:p>
          <a:p>
            <a:r>
              <a:t> </a:t>
            </a:r>
          </a:p>
          <a:p>
            <a:r>
              <a:t>• "n=9" is deliberate and worth pointing at — we show the sample size behind the prediction rather than hiding a thin one. If a judge asks whether nine is enough: no, and that is why the number is on the screen. </a:t>
            </a:r>
          </a:p>
          <a:p>
            <a:r>
              <a:t> </a:t>
            </a:r>
          </a:p>
          <a:p>
            <a:r>
              <a:t>• Technical Execution is 20%. This slide plus the packet slide carry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driver app exists because the check-in tap is evidence , not UX garnish. Say that: "this tap is what makes the charge defensible — it is the difference between a claim and an argument." </a:t>
            </a:r>
          </a:p>
          <a:p>
            <a:r>
              <a:t> </a:t>
            </a:r>
          </a:p>
          <a:p>
            <a:r>
              <a:t>• Best Mobile App is one of the five special awards. Thirty seconds here is cheap. </a:t>
            </a:r>
          </a:p>
          <a:p>
            <a:r>
              <a:t> </a:t>
            </a:r>
          </a:p>
          <a:p>
            <a:r>
              <a:t>• Do not oversell: read the grey line at the bottom out loud. Claiming ELD certification in front of a fleet operator would be a bad thirty seconds.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single biggest risk in the whole presentation. "Failed demo" is the explicit 1-out-of-5 anchor for Presentation &amp; Demo Quality. </a:t>
            </a:r>
          </a:p>
          <a:p>
            <a:r>
              <a:t> </a:t>
            </a:r>
          </a:p>
          <a:p>
            <a:r>
              <a:t>• Rule for the day: if the live app is not showing what you want within fifteen seconds , hit play on this video and carry on narrating. Never debug on stage. </a:t>
            </a:r>
          </a:p>
          <a:p>
            <a:r>
              <a:t> </a:t>
            </a:r>
          </a:p>
          <a:p>
            <a:r>
              <a:t>• Warm the tile cache and the simulator before doors close. Have the scenario already at ~11:00. </a:t>
            </a:r>
          </a:p>
          <a:p>
            <a:r>
              <a:t> </a:t>
            </a:r>
          </a:p>
          <a:p>
            <a:r>
              <a:t>• Budget six to seven minutes here. It is the longest single block; everything before it was setup.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Note the amount on screen is $0.00 — deliberately. Do not skip past it; it is the strongest slide in the deck. "This stop did not earn a charge, and the packet says why. A tool that only shows you the wins is a tool nobody trusts on Monday." </a:t>
            </a:r>
          </a:p>
          <a:p>
            <a:r>
              <a:t> </a:t>
            </a:r>
          </a:p>
          <a:p>
            <a:r>
              <a:t>• The red review block is the same idea: the system refuses to bill against a city-centroid facility and says so. </a:t>
            </a:r>
          </a:p>
          <a:p>
            <a:r>
              <a:t> </a:t>
            </a:r>
          </a:p>
          <a:p>
            <a:r>
              <a:t>• If a judge is a carrier operator, this is the slide they will ask about. Let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Best Use of AI is a special award, and the honest framing wins it more often than a bigger model does. </a:t>
            </a:r>
          </a:p>
          <a:p>
            <a:r>
              <a:t> </a:t>
            </a:r>
          </a:p>
          <a:p>
            <a:r>
              <a:t>• Say the rule plainly: "the model reads and writes. It never counts." Judges have sat through six demos where an LLM confidently invented a dollar figure. </a:t>
            </a:r>
          </a:p>
          <a:p>
            <a:r>
              <a:t> </a:t>
            </a:r>
          </a:p>
          <a:p>
            <a:r>
              <a:t>• Point at the pre-send checklist. The system is arguing against its own draft — that is the detail worth ten seconds.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This is a quiet slide that answers the obvious challenge — "our contracts are all different" — before anyone asks it. </a:t>
            </a:r>
          </a:p>
          <a:p>
            <a:r>
              <a:t> </a:t>
            </a:r>
          </a:p>
          <a:p>
            <a:r>
              <a:t>• The 225 / 32 split is real and comes from the export. Use it; it proves the point better than the argument does. </a:t>
            </a:r>
          </a:p>
          <a:p>
            <a:r>
              <a:t> </a:t>
            </a:r>
          </a:p>
          <a:p>
            <a:r>
              <a:t>• Forty seconds. If you are running long, this is the first slide to cut.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Counter-intuitive but true: this slide wins points. Judges have spent the day being told everything works. Naming three things that do not is the fastest credibility you can buy. </a:t>
            </a:r>
          </a:p>
          <a:p>
            <a:r>
              <a:t> </a:t>
            </a:r>
          </a:p>
          <a:p>
            <a:r>
              <a:t>• The retraction story is the one to tell if you only tell one: "we found a bug in their data, we were wrong, we wrote down that we were wrong." That is Problem Discovery, which the brief lists as a judged area. </a:t>
            </a:r>
          </a:p>
          <a:p>
            <a:r>
              <a:t> </a:t>
            </a:r>
          </a:p>
          <a:p>
            <a:r>
              <a:t>• Do not sound apologetic. Deliver it as engineering discipline, because it 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Use of Provided Data &amp; APIs is 15%, and this slide is the whole of it. Do not skip it to save time — cut slide 12 instead. </a:t>
            </a:r>
          </a:p>
          <a:p>
            <a:r>
              <a:t> </a:t>
            </a:r>
          </a:p>
          <a:p>
            <a:r>
              <a:t>• Say "satellite toggle" explicitly. The brief states it twice, which means it is on someone's checklist. </a:t>
            </a:r>
          </a:p>
          <a:p>
            <a:r>
              <a:t> </a:t>
            </a:r>
          </a:p>
          <a:p>
            <a:r>
              <a:t>• The last row is the argument: the bonus question was not an add-on for us, it was the reason the product exists.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Move fast here — thirty seconds. A stack list does not win anything on its own; the two boxes on the right do. </a:t>
            </a:r>
          </a:p>
          <a:p>
            <a:r>
              <a:t> </a:t>
            </a:r>
          </a:p>
          <a:p>
            <a:r>
              <a:t>• "Survives an API restart" and "deterministic from a seed" are the phrases that matter to a technical judge. Say both. </a:t>
            </a:r>
          </a:p>
          <a:p>
            <a:r>
              <a:t> </a:t>
            </a:r>
          </a:p>
          <a:p>
            <a:r>
              <a:t>• If someone asks why a separate simulator: the brief requires it, and it is also the only honest way to demo a historical export where every leg is already finished.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End on the sentence, not on "any questions?". Say it, tap the red tick, stop talking. </a:t>
            </a:r>
          </a:p>
          <a:p>
            <a:r>
              <a:t> </a:t>
            </a:r>
          </a:p>
          <a:p>
            <a:r>
              <a:t>• Leave this slide up through Q&amp;A — the URLs stay on screen while judges are writing. </a:t>
            </a:r>
          </a:p>
          <a:p>
            <a:r>
              <a:t> </a:t>
            </a:r>
          </a:p>
          <a:p>
            <a:r>
              <a:t>• Likely questions: why not just use the TMS? (it computes after the fact, from timestamps nobody enters) · how do you know the dwell prediction generalises? (we do not, past n=9 per city — that is why n is on screen) · what would you build next? (verified dock geometry, then the appointment renegotiation the desk currently does by phone).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png"/>
          <p:cNvPicPr>
            <a:picLocks noChangeAspect="1"/>
          </p:cNvPicPr>
          <p:nvPr/>
        </p:nvPicPr>
        <p:blipFill>
          <a:blip r:embed="rId2"/>
          <a:stretch>
            <a:fillRect/>
          </a:stretch>
        </p:blipFill>
        <p:spPr>
          <a:xfrm>
            <a:off x="0" y="0"/>
            <a:ext cx="12192000" cy="7620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7620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7620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7620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7620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7620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7620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7620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7620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7620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7620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7620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7620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7620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7620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2000" cy="7620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